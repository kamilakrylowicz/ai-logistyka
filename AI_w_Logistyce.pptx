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94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SZTUCZNA INTELIGENCJA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LOGISTYCE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AI zmienia łańcuch dostaw, operacje magazynowe i zarządzanie flotą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dla kadry średniego i wysokiego szczebla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457200"/>
            <a:ext cx="2103120" cy="210312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667512"/>
            <a:ext cx="1645920" cy="1645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Strategia AI · Przygotowane dla kadry zarządzającej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9436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AI teraz?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356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rynkowy i dojrzałość technologii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6400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56232"/>
            <a:ext cx="59436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901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 łańcuchu dostaw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Prognozowanie popytu, optymalizacja tras, zarządzanie zapasami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15184"/>
            <a:ext cx="59436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249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660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magazynowe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535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Automatyzacja, robotyka, wizja komputerowa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6400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74136"/>
            <a:ext cx="59436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8386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419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flotą i dostawami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7124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Telematyka AI, predykcyjne utrzymanie, ostatnia mila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33088"/>
            <a:ext cx="59436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4281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178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 wdrożenie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4714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mierzyć sukces i gdzie zacząć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AI TERAZ?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1920240"/>
          </a:xfrm>
          <a:prstGeom prst="rect">
            <a:avLst/>
          </a:prstGeom>
          <a:solidFill>
            <a:srgbClr val="1A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 wzrost efektywności operacyjnej po wdrożeniu AI w logistyce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920240"/>
          </a:xfrm>
          <a:prstGeom prst="rect">
            <a:avLst/>
          </a:prstGeom>
          <a:solidFill>
            <a:srgbClr val="1A2E45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34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310128" y="20116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kosztów predykcyjnego utrzymania floty dzięki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743200" cy="1920240"/>
          </a:xfrm>
          <a:prstGeom prst="rect">
            <a:avLst/>
          </a:prstGeom>
          <a:solidFill>
            <a:srgbClr val="1A2E45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234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90488" y="20116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szybsza reakcja na zakłócenia w łańcuchu dostaw przy wsparciu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czynniki napędowe transformacji: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584448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Rosnące koszty pracy i presja na marże wymuszają automatyzację decyzji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Masowe dane z IoT, GPS i ERP umożliwiają trening modeli AI na własnych danych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Konkurenci już działają – liderzy branży raportują 15-30% przewagę kosztową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AI W ŁAŃCUCHU DOSTAW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0972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Prognozowanie popytu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664208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ML uczące się sezonowości i trendów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nadwyżek zapasów o 20-35%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ERP w czasie rzeczywistym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468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051560"/>
            <a:ext cx="2834640" cy="502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0698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21608" y="10972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tras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1664208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Dynamiczne trasowanie uwzględniające ruch i warunki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kosztów paliwa o 10-20%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Obsługa setek zmiennych jednocześnie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1051560"/>
            <a:ext cx="283464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698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47688" y="10972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dostawcami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1664208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ocenia ryzyko dostawców i alternatywy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alerty przy zakłóceniach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kontraktów i warunków rynkowych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OPERACJE MAGAZYNOWE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AI robi w magazynie dziś: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572000" cy="704088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3677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6002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Autonomiczne roboty AMR optymalizują ścieżki kompletacji – wzrost produktywności o 3×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359152"/>
            <a:ext cx="4572000" cy="704088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87168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4505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Wizja komputerowa do kontroli jakości – 99.5%+ dokładność, 24/7 bez zmęczenia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0040" y="3209544"/>
            <a:ext cx="4572000" cy="704088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30098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Dynamiczne slottowanie – AI decyduje gdzie składować towary na podstawie historii wydań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20040" y="4059936"/>
            <a:ext cx="4572000" cy="704088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87952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1513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 zapotrzebowania na personel – harmonogramowanie zmian oparte na prognozie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212080" y="1005840"/>
            <a:ext cx="3657600" cy="3840480"/>
          </a:xfrm>
          <a:prstGeom prst="rect">
            <a:avLst/>
          </a:prstGeom>
          <a:solidFill>
            <a:srgbClr val="1A2E45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212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BIZNESOWE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394960" y="1600200"/>
            <a:ext cx="3291840" cy="640080"/>
          </a:xfrm>
          <a:prstGeom prst="rect">
            <a:avLst/>
          </a:prstGeom>
          <a:solidFill>
            <a:srgbClr val="152638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394960" y="1673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30%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766560" y="1728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błędów kompletacji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394960" y="2423160"/>
            <a:ext cx="3291840" cy="6400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394960" y="2496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40%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6766560" y="2551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przepustowości magazynu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394960" y="3246120"/>
            <a:ext cx="3291840" cy="640080"/>
          </a:xfrm>
          <a:prstGeom prst="rect">
            <a:avLst/>
          </a:prstGeom>
          <a:solidFill>
            <a:srgbClr val="152638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394960" y="3319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25%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766560" y="3374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kosztów operacyjnych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394960" y="4069080"/>
            <a:ext cx="3291840" cy="6400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94960" y="4142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99%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6766560" y="4197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dokładność inwentaryzacji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ZARZĄDZANIE FLOTĄ I DOSTAWAMI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05840"/>
            <a:ext cx="2011680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4114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0584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Predykcyjne utrzymanie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analizuje dane z czujników pojazdu i przewiduje awarie z 14-dniowym wyprzedzeniem. Redukcja przestojów o 45%.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41148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005840"/>
            <a:ext cx="73152" cy="1691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ostatniej mili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14813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Dynamiczne trasowanie w czasie rzeczywistym z uwzględnieniem korków, pogody i okien dostawy. Oszczędność 12-18% na paliwie.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926080"/>
            <a:ext cx="41148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926080"/>
            <a:ext cx="73152" cy="1691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kierowców AI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4015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stylu jazdy, zmęczenia i zachowania. Poprawa bezpieczeństwa i redukcja zużycia paliwa o 8-15%.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2926080"/>
            <a:ext cx="41148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2926080"/>
            <a:ext cx="73152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Automatyczna dokumentacja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92040" y="34015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AI automatycznie przetwarza CMR, faktury i listy przewozowe. Skrócenie czasu administracji o 70%.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ROI I WDROŻENIE – OD CZEGO ZACZĄĆ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566160"/>
          </a:xfrm>
          <a:prstGeom prst="rect">
            <a:avLst/>
          </a:prstGeom>
          <a:solidFill>
            <a:srgbClr val="1A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miesiące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raportowania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Prognozowanie popytu (pilot)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1 trasy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2606040" cy="292608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3–6 mies.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88920" cy="3566160"/>
          </a:xfrm>
          <a:prstGeom prst="rect">
            <a:avLst/>
          </a:prstGeom>
          <a:solidFill>
            <a:srgbClr val="1A2E45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51560"/>
            <a:ext cx="2788920" cy="5669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298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miesięcy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171907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Skalowanie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0128" y="2176272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Wdrożenie w całej flocie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ERP/WMS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Predykcyjne utrzymanie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4206240"/>
            <a:ext cx="2606040" cy="292608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9–18 mies.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1A2E45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51560"/>
            <a:ext cx="2788920" cy="5669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298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miesięcy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171907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36208" y="2176272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Autonomizacja procesów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Support dla zarządu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Ekosystem dostawców AI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4206240"/>
            <a:ext cx="2606040" cy="292608"/>
          </a:xfrm>
          <a:prstGeom prst="rect">
            <a:avLst/>
          </a:prstGeom>
          <a:solidFill>
            <a:srgbClr val="7B2FBE">
              <a:alpha val="7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18–36 mies.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63240" y="2606040"/>
            <a:ext cx="0" cy="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2606040"/>
            <a:ext cx="0" cy="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77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NA DZIAŁANIE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Firmy logistyczne, które wdrożą AI w ciągu najbliższych 2 lat,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zdobędą trwałą przewagę konkurencyjną.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423160" cy="1371600"/>
          </a:xfrm>
          <a:prstGeom prst="rect">
            <a:avLst/>
          </a:prstGeom>
          <a:solidFill>
            <a:srgbClr val="1A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6700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493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gotowości organizacji i danych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2606040"/>
            <a:ext cx="2423160" cy="1371600"/>
          </a:xfrm>
          <a:prstGeom prst="rect">
            <a:avLst/>
          </a:prstGeom>
          <a:solidFill>
            <a:srgbClr val="1A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6700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3493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1–2 przypadków użycia i szybki dowód wartości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606040"/>
            <a:ext cx="2423160" cy="1371600"/>
          </a:xfrm>
          <a:prstGeom prst="rect">
            <a:avLst/>
          </a:prstGeom>
          <a:solidFill>
            <a:srgbClr val="1A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6700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Skalowanie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26480" y="3493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Pełne wdrożenie z mierzalnymi KPI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Zacznij od rozmowy z naszym zespołem transformacji cyfrowej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 Logistyce – Materiały dla Kadry Zarządzającej</dc:title>
  <dc:subject>PptxGenJS Presentation</dc:subject>
  <dc:creator>PptxGenJS</dc:creator>
  <cp:lastModifiedBy>PptxGenJS</cp:lastModifiedBy>
  <cp:revision>1</cp:revision>
  <dcterms:created xsi:type="dcterms:W3CDTF">2026-05-27T08:13:16Z</dcterms:created>
  <dcterms:modified xsi:type="dcterms:W3CDTF">2026-05-27T08:13:16Z</dcterms:modified>
</cp:coreProperties>
</file>